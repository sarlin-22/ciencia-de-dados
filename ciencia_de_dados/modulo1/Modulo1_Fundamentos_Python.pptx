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640080"/>
            <a:ext cx="3200400" cy="3840480"/>
          </a:xfrm>
          <a:prstGeom prst="rect">
            <a:avLst/>
          </a:prstGeom>
          <a:solidFill>
            <a:srgbClr val="1B2D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0" y="82296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🐍
</a:t>
            </a:r>
            <a:pPr algn="l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"Estudante"
</a:t>
            </a:r>
            <a:pPr algn="l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
</a:t>
            </a:r>
            <a:pPr algn="l"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&gt;= 18:
</a:t>
            </a:r>
            <a:pPr algn="l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algn="l"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de idade")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 de notas
</a:t>
            </a:r>
            <a:pPr algn="l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[8.5, 9.0, 7.5]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2011680" cy="347472"/>
          </a:xfrm>
          <a:prstGeom prst="rect">
            <a:avLst>
              <a:gd name="adj" fmla="val 1315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Ciência de Dados · T326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Python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EAFC2"/>
                </a:solidFill>
              </a:rPr>
              <a:t>Sintaxe · Variáveis · Estruturas de Dados · Lógica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D3E"/>
          </a:solidFill>
          <a:ln w="12700">
            <a:solidFill>
              <a:srgbClr val="1B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8737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Universidade de Fortaleza  ·  UNIFOR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que vamos aprender?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320040" cy="41376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475488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18872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Python e ambiente de desenvolvimento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44475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Por que Python? Google Colab, variáveis e tipos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892808"/>
            <a:ext cx="475488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9280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193852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Estruturas condicionais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1945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if, elif, else — tomando decisões no código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42616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42616"/>
            <a:ext cx="475488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4261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68833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Estruturas de repetição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94436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for, while — automatizando tarefas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92424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92424"/>
            <a:ext cx="475488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9242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343814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Estruturas de dados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694176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Listas, tuplas e dicionários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142232"/>
            <a:ext cx="475488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4223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18795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Boas práticas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443984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Código limpo, comentários e organização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Por que Python?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🐍  Fácil de aprender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3E"/>
                </a:solidFill>
              </a:rPr>
              <a:t>Sintaxe simples e próxima do inglês. Ideal para iniciantes.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Ciência de Dados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64592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3E"/>
                </a:solidFill>
              </a:rPr>
              <a:t>Pandas, NumPy, Matplotlib — as melhores bibliotecas.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08960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 Comunidade gigante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5661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3E"/>
                </a:solidFill>
              </a:rPr>
              <a:t>Milhões de usuários. Fácil achar ajuda e tutoriais.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Mercado de trabalho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5661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3E"/>
                </a:solidFill>
              </a:rPr>
              <a:t>Google, Netflix, NASA usam Python no dia a dia.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Variáveis e Tipos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937760" cy="3566160"/>
          </a:xfrm>
          <a:prstGeom prst="rect">
            <a:avLst/>
          </a:prstGeom>
          <a:solidFill>
            <a:srgbClr val="1B2D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Exemplo de código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"Maria"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"Olá, "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nome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(type(idade))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Olá, Maria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'int'&gt;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Tipos principais: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627632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627632"/>
            <a:ext cx="685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62763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276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ex: "Maria"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237744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2377440"/>
            <a:ext cx="685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377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ex: 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77840" y="3127248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3127248"/>
            <a:ext cx="685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12724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1272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ex: 1.65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3877056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3877056"/>
            <a:ext cx="685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87705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87705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ex: True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Estruturas Condicionais — if / elif / else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Como funciona?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727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D3E"/>
                </a:solidFill>
              </a:rPr>
              <a:t>if — verifica uma condição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35000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35000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D3E"/>
                </a:solidFill>
              </a:rPr>
              <a:t>elif — alternativa se if for falso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12724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12724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D3E"/>
                </a:solidFill>
              </a:rPr>
              <a:t>else — executado quando nada for verdadeiro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206240" cy="2926080"/>
          </a:xfrm>
          <a:prstGeom prst="rect">
            <a:avLst/>
          </a:prstGeom>
          <a:solidFill>
            <a:srgbClr val="1B2D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
</a:t>
            </a:r>
            <a:pPr algn="l"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&gt;= 9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</a:t>
            </a:r>
            <a:pPr algn="l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Excelente!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
</a:t>
            </a:r>
            <a:pPr algn="l"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&gt;= 7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</a:t>
            </a:r>
            <a:pPr algn="l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Aprovado!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
</a:t>
            </a:r>
            <a:pPr algn="l"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&gt;= 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</a:t>
            </a:r>
            <a:pPr algn="l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Recuperação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
</a:t>
            </a:r>
            <a:pPr algn="l"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</a:t>
            </a:r>
            <a:pPr algn="l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Reprovado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
</a:t>
            </a:r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Saída: </a:t>
            </a:r>
            <a:pPr algn="l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Estruturas de Repetição — for / while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  —  repetir N vezes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2331720"/>
          </a:xfrm>
          <a:prstGeom prst="rect">
            <a:avLst/>
          </a:prstGeom>
          <a:solidFill>
            <a:srgbClr val="1B2D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6276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=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["maçã", "banana", "uva"]
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 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print(fruta)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Saída: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maçã  banana  uva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while  —  repetir enquanto verdadeiro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023360" cy="2331720"/>
          </a:xfrm>
          <a:prstGeom prst="rect">
            <a:avLst/>
          </a:prstGeom>
          <a:solidFill>
            <a:srgbClr val="1B2D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16276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&lt; 5: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print(contador)
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</a:t>
            </a:r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Saída: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 1  2  3 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000"/>
                </a:solidFill>
              </a:rPr>
              <a:t>💡  Dica: Use for quando souber quantas vezes repetir. Use while quando depender de uma condição.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Estruturas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 [ 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Ordenada · Mutável · Permite duplicatas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06040" cy="2606040"/>
          </a:xfrm>
          <a:prstGeom prst="rect">
            <a:avLst/>
          </a:prstGeom>
          <a:solidFill>
            <a:srgbClr val="1B2D3E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21284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[8.5, 9.0, 7.5]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notas.append(10)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print(notas[0])  # 8.5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78892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97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  ( 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Ordenada · Imutável · Mais rápida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2103120"/>
            <a:ext cx="2606040" cy="2606040"/>
          </a:xfrm>
          <a:prstGeom prst="rect">
            <a:avLst/>
          </a:prstGeom>
          <a:solidFill>
            <a:srgbClr val="1B2D3E"/>
          </a:solidFill>
          <a:ln w="1016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21284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 = (10, 20)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print(ponto[0])  #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print(ponto[1])  # 20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Erro: imutável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ponto[0] = 99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2788920" cy="45720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97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Dicionário  { }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936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Chave-Valor · Mutável · Sem ordem fixa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2606040" cy="2606040"/>
          </a:xfrm>
          <a:prstGeom prst="rect">
            <a:avLst/>
          </a:prstGeom>
          <a:solidFill>
            <a:srgbClr val="1B2D3E"/>
          </a:solidFill>
          <a:ln w="10160">
            <a:solidFill>
              <a:srgbClr val="B545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21284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= {"nome": "Ana", "nota": 9}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print(aluno["nome"])  # Ana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Boas Práticas de Programação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📝  Nomes descritivos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1783080" cy="804672"/>
          </a:xfrm>
          <a:prstGeom prst="rect">
            <a:avLst/>
          </a:prstGeom>
          <a:solidFill>
            <a:srgbClr val="DFFBF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73352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nota_final = 9.0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673352"/>
            <a:ext cx="1874520" cy="804672"/>
          </a:xfrm>
          <a:prstGeom prst="rect">
            <a:avLst/>
          </a:prstGeom>
          <a:solidFill>
            <a:srgbClr val="FFF0F0"/>
          </a:solidFill>
          <a:ln w="6350">
            <a:solidFill>
              <a:srgbClr val="E55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67335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nf = 9.0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💬  Comentários úteis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673352"/>
            <a:ext cx="1783080" cy="804672"/>
          </a:xfrm>
          <a:prstGeom prst="rect">
            <a:avLst/>
          </a:prstGeom>
          <a:solidFill>
            <a:srgbClr val="DFFBF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673352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# Calcula média da turma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673352"/>
            <a:ext cx="1874520" cy="804672"/>
          </a:xfrm>
          <a:prstGeom prst="rect">
            <a:avLst/>
          </a:prstGeom>
          <a:solidFill>
            <a:srgbClr val="FFF0F0"/>
          </a:solidFill>
          <a:ln w="6350">
            <a:solidFill>
              <a:srgbClr val="E55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167335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# variável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📏  Indentação consistente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502152"/>
            <a:ext cx="1783080" cy="804672"/>
          </a:xfrm>
          <a:prstGeom prst="rect">
            <a:avLst/>
          </a:prstGeom>
          <a:solidFill>
            <a:srgbClr val="DFFBF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502152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4 espaços por nível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7440" y="3502152"/>
            <a:ext cx="1874520" cy="804672"/>
          </a:xfrm>
          <a:prstGeom prst="rect">
            <a:avLst/>
          </a:prstGeom>
          <a:solidFill>
            <a:srgbClr val="FFF0F0"/>
          </a:solidFill>
          <a:ln w="6350">
            <a:solidFill>
              <a:srgbClr val="E55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350215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Mix de tabs e espaços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🔧  Funções para reutilizar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502152"/>
            <a:ext cx="1783080" cy="804672"/>
          </a:xfrm>
          <a:prstGeom prst="rect">
            <a:avLst/>
          </a:prstGeom>
          <a:solidFill>
            <a:srgbClr val="DFFBF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502152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def calcular_media(notas):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3502152"/>
            <a:ext cx="1874520" cy="804672"/>
          </a:xfrm>
          <a:prstGeom prst="rect">
            <a:avLst/>
          </a:prstGeom>
          <a:solidFill>
            <a:srgbClr val="FFF0F0"/>
          </a:solidFill>
          <a:ln w="6350">
            <a:solidFill>
              <a:srgbClr val="E55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350215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Copiar código repetido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🏋️  Hora de Praticar!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Lista de Exercícios — Módulo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1B2D3E"/>
          </a:solidFill>
          <a:ln w="63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45720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Crie variáveis para armazenar seu nome, idade e altura. Exiba com print().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8229600" cy="566928"/>
          </a:xfrm>
          <a:prstGeom prst="rect">
            <a:avLst/>
          </a:prstGeom>
          <a:solidFill>
            <a:srgbClr val="1B2D3E"/>
          </a:solidFill>
          <a:ln w="63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30552"/>
            <a:ext cx="45720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3055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Peça uma nota ao usuário e mostre se foi Aprovado (≥7), Recuperação (≥5) ou Reprovado.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8229600" cy="566928"/>
          </a:xfrm>
          <a:prstGeom prst="rect">
            <a:avLst/>
          </a:prstGeom>
          <a:solidFill>
            <a:srgbClr val="1B2D3E"/>
          </a:solidFill>
          <a:ln w="63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43784"/>
            <a:ext cx="45720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4378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Some todos os números de 1 a 100 usando um laço for.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8229600" cy="566928"/>
          </a:xfrm>
          <a:prstGeom prst="rect">
            <a:avLst/>
          </a:prstGeom>
          <a:solidFill>
            <a:srgbClr val="1B2D3E"/>
          </a:solidFill>
          <a:ln w="63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57016"/>
            <a:ext cx="45720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570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55701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Crie uma lista com 5 frutas e mostre cada uma com um for.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70248"/>
            <a:ext cx="8229600" cy="566928"/>
          </a:xfrm>
          <a:prstGeom prst="rect">
            <a:avLst/>
          </a:prstGeom>
          <a:solidFill>
            <a:srgbClr val="1B2D3E"/>
          </a:solidFill>
          <a:ln w="63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70248"/>
            <a:ext cx="45720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02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27024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Crie um dicionário com dados de um aluno (nome, nota, aprovado) e exiba os valores.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Parabéns por completar o Módulo 1!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EAFC2"/>
                </a:solidFill>
              </a:rPr>
              <a:t>Você aprendeu os fundamentos de Python.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1737360"/>
          </a:xfrm>
          <a:prstGeom prst="rect">
            <a:avLst/>
          </a:prstGeom>
          <a:solidFill>
            <a:srgbClr val="1B2D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08760" y="245059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Resumo do Módulo: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2816352"/>
            <a:ext cx="1965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8163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  Variáveis e tipos de dados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2816352"/>
            <a:ext cx="1965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8163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  Condicionais (if/elif/else)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2816352"/>
            <a:ext cx="1965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8163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  Repetição (for/while)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08760" y="3291840"/>
            <a:ext cx="1965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291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  Listas, Tuplas e Dicionários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3291840"/>
            <a:ext cx="1965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291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  Boas práticas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</a:rPr>
              <a:t>Próximo: Módulo 2 — Manipulação de Dados com Pandas 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1 - Fundamentos de Python</dc:title>
  <dc:subject>PptxGenJS Presentation</dc:subject>
  <dc:creator>PptxGenJS</dc:creator>
  <cp:lastModifiedBy>PptxGenJS</cp:lastModifiedBy>
  <cp:revision>1</cp:revision>
  <dcterms:created xsi:type="dcterms:W3CDTF">2026-03-11T21:55:37Z</dcterms:created>
  <dcterms:modified xsi:type="dcterms:W3CDTF">2026-03-11T21:55:37Z</dcterms:modified>
</cp:coreProperties>
</file>